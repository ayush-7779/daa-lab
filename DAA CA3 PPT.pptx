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87C099C-5DAB-44AA-94FC-9176BBA453E5}">
          <p14:sldIdLst>
            <p14:sldId id="272"/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B1DE0-165C-906B-0FF4-20E2CD7C1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0"/>
            <a:ext cx="14300200" cy="4114799"/>
          </a:xfrm>
        </p:spPr>
        <p:txBody>
          <a:bodyPr/>
          <a:lstStyle/>
          <a:p>
            <a:r>
              <a:rPr lang="en-IN" dirty="0"/>
              <a:t>NAME - AYUSH DEHNAKAR </a:t>
            </a:r>
            <a:br>
              <a:rPr lang="en-IN" dirty="0"/>
            </a:br>
            <a:r>
              <a:rPr lang="en-IN" dirty="0"/>
              <a:t>SEC – D</a:t>
            </a:r>
            <a:br>
              <a:rPr lang="en-IN" dirty="0"/>
            </a:br>
            <a:r>
              <a:rPr lang="en-IN" dirty="0"/>
              <a:t>PRN – 25070521211</a:t>
            </a:r>
            <a:br>
              <a:rPr lang="en-IN" dirty="0"/>
            </a:br>
            <a:r>
              <a:rPr lang="en-IN" dirty="0"/>
              <a:t>DAA CA 3 </a:t>
            </a:r>
            <a:br>
              <a:rPr lang="en-IN" dirty="0"/>
            </a:br>
            <a:r>
              <a:rPr lang="en-IN" dirty="0"/>
              <a:t>TOPIC – BELLAM-FORD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780648-E2CC-9BF0-10F1-1BAA8FD54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600" y="7010400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7612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</Words>
  <Application>Microsoft Office PowerPoint</Application>
  <PresentationFormat>Custom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NAME - AYUSH DEHNAKAR  SEC – D PRN – 25070521211 DAA CA 3  TOPIC – BELLAM-FORD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Ayush Dehankar</cp:lastModifiedBy>
  <cp:revision>2</cp:revision>
  <dcterms:created xsi:type="dcterms:W3CDTF">2006-08-16T00:00:00Z</dcterms:created>
  <dcterms:modified xsi:type="dcterms:W3CDTF">2026-10-19T18:04:48Z</dcterms:modified>
</cp:coreProperties>
</file>